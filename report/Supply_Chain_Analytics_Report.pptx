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A6B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657600" cy="3657600"/>
          </a:xfrm>
          <a:prstGeom prst="ellipse">
            <a:avLst/>
          </a:prstGeom>
          <a:solidFill>
            <a:srgbClr val="E85A70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  •  DATA ANALYST PORTFOLIO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Analytics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Procurement, Supplier &amp; Logistics Performance Dashboard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in Power BI — data modeling, DAX measures, Power Query transformation, and a 3-page interactive report.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1005840" cy="0"/>
          </a:xfrm>
          <a:prstGeom prst="line">
            <a:avLst/>
          </a:prstGeom>
          <a:noFill/>
          <a:ln w="31750">
            <a:solidFill>
              <a:srgbClr val="E85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349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Sumit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779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(Fresher)  |  Power BI · DAX · Power Query · SQL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 for a scattered supply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8580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and logistics teams work across multiple disconnected tables — purchase orders, supplier master data, shipments, carrier data, warehouse data, and monthly targets.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cannot quickly compare actual procurement spend against monthly targets.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 is split across pricing, quality, delivery, and risk fields — no single view.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teams need visibility into carrier reliability, transport mode cost, and delay patterns.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0" y="1737360"/>
            <a:ext cx="3749040" cy="429768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244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233172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scattered manual checks with one clean, 3-page Power BI report that supports executive review, supplier decisions, and logistics improvement.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Project Report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pages, one complete story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 →  Supplier &amp; Procurement  →  Logistics &amp; Delivery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4023360"/>
          </a:xfrm>
          <a:prstGeom prst="rect">
            <a:avLst/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3520440" cy="685800"/>
          </a:xfrm>
          <a:prstGeom prst="rect">
            <a:avLst/>
          </a:prstGeom>
          <a:solidFill>
            <a:srgbClr val="1A6B6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1 — Overview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target spend trend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variance by category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status split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split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shipment root-cause tree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057400"/>
            <a:ext cx="3520440" cy="4023360"/>
          </a:xfrm>
          <a:prstGeom prst="rect">
            <a:avLst/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057400"/>
            <a:ext cx="3520440" cy="685800"/>
          </a:xfrm>
          <a:prstGeom prst="rect">
            <a:avLst/>
          </a:prstGeom>
          <a:solidFill>
            <a:srgbClr val="1A6B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2 — Supplier &amp; Procurement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97180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 matrix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price variance by supplier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PPV trend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detail table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2057400"/>
            <a:ext cx="3520440" cy="4023360"/>
          </a:xfrm>
          <a:prstGeom prst="rect">
            <a:avLst/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2057400"/>
            <a:ext cx="3520440" cy="685800"/>
          </a:xfrm>
          <a:prstGeom prst="rect">
            <a:avLst/>
          </a:prstGeom>
          <a:solidFill>
            <a:srgbClr val="1A6B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3920" y="21488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3 — Logistics &amp; Delivery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297180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cost vs transit time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cost by transport mode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% by region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OTD vs SLA target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transit time by carrier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Project Report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galaxy schema built for accurate comparisons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040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pic>
        <p:nvPicPr>
          <p:cNvPr id="5" name="Image 0" descr="/home/claude/report_assets/data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676656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828800"/>
            <a:ext cx="109728" cy="109728"/>
          </a:xfrm>
          <a:prstGeom prst="ellipse">
            <a:avLst/>
          </a:prstGeom>
          <a:solidFill>
            <a:srgbClr val="E85A7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138160" y="17099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fact tables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00253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fact_procurement (transaction grain) and fact_Procurement_Targets (category-month grain).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09560" y="2880360"/>
            <a:ext cx="109728" cy="109728"/>
          </a:xfrm>
          <a:prstGeom prst="ellipse">
            <a:avLst/>
          </a:prstGeom>
          <a:solidFill>
            <a:srgbClr val="E85A7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138160" y="27614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Conformed dimensions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305409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and dim_category filter both facts, so actual-vs-target comparisons stay correct.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909560" y="3931920"/>
            <a:ext cx="109728" cy="109728"/>
          </a:xfrm>
          <a:prstGeom prst="ellipse">
            <a:avLst/>
          </a:prstGeom>
          <a:solidFill>
            <a:srgbClr val="E85A7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38160" y="38130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dimension tables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410565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supplier, carrier, product, category, warehouse, buyer, date.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09560" y="4983480"/>
            <a:ext cx="109728" cy="109728"/>
          </a:xfrm>
          <a:prstGeom prst="ellipse">
            <a:avLst/>
          </a:prstGeom>
          <a:solidFill>
            <a:srgbClr val="E85A7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138160" y="4864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Measures kept separate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515721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organized into dedicated per-page tables, not scattered across the model.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Project Report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KPI logic behind the dashboard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434840"/>
        </p:xfrm>
        <a:graphic>
          <a:graphicData uri="http://schemas.openxmlformats.org/drawingml/2006/table">
            <a:tbl>
              <a:tblPr/>
              <a:tblGrid>
                <a:gridCol w="3108960"/>
                <a:gridCol w="4572000"/>
                <a:gridCol w="3200400"/>
              </a:tblGrid>
              <a:tr h="5543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logic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Delivery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delivered shipments ÷ total delivered shipments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Price Variance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(Actual spend − Contract spend) ÷ Contract 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Rejection Rate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quantity ÷ Received quantity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leakage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Lead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date → actual delivery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spend − Actual 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Freight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transport cost across carriers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cost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OTD % − Carrier SLA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accountability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Project Report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7863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pic>
        <p:nvPicPr>
          <p:cNvPr id="5" name="Image 0" descr="/home/claude/report_assets/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10656"/>
            <a:ext cx="7772400" cy="42596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41080" y="1554480"/>
            <a:ext cx="2880360" cy="45720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86968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148840"/>
            <a:ext cx="2468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entry point — headline KPIs plus a one-line summary before diving into pages.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 buttons let a viewer jump straight to Overview, Supplier, or Logistics.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readable by a non-technical exec in under 10 seconds.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Project Report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7863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pic>
        <p:nvPicPr>
          <p:cNvPr id="5" name="Image 0" descr="/home/claude/report_asset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9225"/>
            <a:ext cx="7772400" cy="42825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41080" y="1554480"/>
            <a:ext cx="2880360" cy="45720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86968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148840"/>
            <a:ext cx="2468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₹991.9M procurement spend, ~₹18M below target.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63.71% on-time delivery — the clearest improvement area.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total POs; only 1.17% cancelled.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72.9% of suppliers sit in the Medium risk band.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 traces the 487 delayed shipments down to Road → Rail Cargo Connect → South region.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Project Report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&amp; Procurement Performance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7863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pic>
        <p:nvPicPr>
          <p:cNvPr id="5" name="Image 0" descr="/home/claude/report_assets/suppl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69837"/>
            <a:ext cx="7772400" cy="43412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41080" y="1554480"/>
            <a:ext cx="2880360" cy="45720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86968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148840"/>
            <a:ext cx="2468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active suppliers, avg rating 4.09/5.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Price Variance running at 1.12%, trending down since February.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matrix plots quality score against lead time, colored by risk level, to flag underperformers fast.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quality score 87.1, avg delivery score 83.3.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Project Report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Delivery Performance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7863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pic>
        <p:nvPicPr>
          <p:cNvPr id="5" name="Image 0" descr="/home/claude/report_assets/logis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82489"/>
            <a:ext cx="7772400" cy="43159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41080" y="1554480"/>
            <a:ext cx="2880360" cy="45720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86968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148840"/>
            <a:ext cx="2468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₹24.13M total freight cost; Road carries 51.5% of it.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transit time 7.96 days across all modes.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SLA gap of -0.27 — carriers are missing committed SLA targets on average.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BlueDart Freight and Delhivery B2B post the strongest OTD% against target.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Project Report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tells the business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737360"/>
          </a:xfrm>
          <a:prstGeom prst="rect">
            <a:avLst/>
          </a:prstGeom>
          <a:solidFill>
            <a:srgbClr val="16504F"/>
          </a:solidFill>
          <a:ln w="12700">
            <a:solidFill>
              <a:srgbClr val="1A6B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019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 spend, despite ₹991.9M in total procurement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737360"/>
            <a:ext cx="3520440" cy="1737360"/>
          </a:xfrm>
          <a:prstGeom prst="rect">
            <a:avLst/>
          </a:prstGeom>
          <a:solidFill>
            <a:srgbClr val="16504F"/>
          </a:solidFill>
          <a:ln w="12700">
            <a:solidFill>
              <a:srgbClr val="1A6B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9019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63.7%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— priority area for improvement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737360"/>
            <a:ext cx="3520440" cy="1737360"/>
          </a:xfrm>
          <a:prstGeom prst="rect">
            <a:avLst/>
          </a:prstGeom>
          <a:solidFill>
            <a:srgbClr val="16504F"/>
          </a:solidFill>
          <a:ln w="12700">
            <a:solidFill>
              <a:srgbClr val="1A6B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19019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 — strong supplier quality control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3520440" cy="1737360"/>
          </a:xfrm>
          <a:prstGeom prst="rect">
            <a:avLst/>
          </a:prstGeom>
          <a:solidFill>
            <a:srgbClr val="16504F"/>
          </a:solidFill>
          <a:ln w="12700">
            <a:solidFill>
              <a:srgbClr val="1A6B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9136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72.9%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5720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suppliers rated Medium risk, not yet 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3749040"/>
            <a:ext cx="3520440" cy="1737360"/>
          </a:xfrm>
          <a:prstGeom prst="rect">
            <a:avLst/>
          </a:prstGeom>
          <a:solidFill>
            <a:srgbClr val="16504F"/>
          </a:solidFill>
          <a:ln w="12700">
            <a:solidFill>
              <a:srgbClr val="1A6B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9136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487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5720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shipments, concentrated in Road transport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3749040"/>
            <a:ext cx="3520440" cy="1737360"/>
          </a:xfrm>
          <a:prstGeom prst="rect">
            <a:avLst/>
          </a:prstGeom>
          <a:solidFill>
            <a:srgbClr val="16504F"/>
          </a:solidFill>
          <a:ln w="12700">
            <a:solidFill>
              <a:srgbClr val="1A6B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58200" y="39136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-0.27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45720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SLA gap — carriers under-delivering vs committed targets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Project Report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what I'd improve next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251960"/>
          </a:xfrm>
          <a:prstGeom prst="rect">
            <a:avLst/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709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real company data, so I built a realistic synthetic dataset that mirrors true supply-chain patterns (lead time, SLA, rejection rate).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two fact tables at different grains (transaction vs category-month) without inflating totals — solved with conformed dimensions instead of merging tables.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analytical depth with a report that's still explainable to a non-technical viewer.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257800" cy="425196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31720"/>
            <a:ext cx="4709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live or larger dataset and add incremental refresh.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row-level security so a supplier only sees their own performance.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simple forecast visual for spend and delivery trends.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Power BI Service with a scheduled refresh for a live demo link.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Project Report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1A6B68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Dashboard  —  Power BI, DAX, Power Query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005840" cy="0"/>
          </a:xfrm>
          <a:prstGeom prst="line">
            <a:avLst/>
          </a:prstGeom>
          <a:noFill/>
          <a:ln w="31750">
            <a:solidFill>
              <a:srgbClr val="E85A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Sumit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7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github.com/sumeet582004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linkedin.com/in/sumit-kale-773704261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2026-09-24T05:26:50Z</dcterms:created>
  <dcterms:modified xsi:type="dcterms:W3CDTF">2026-09-24T05:26:50Z</dcterms:modified>
</cp:coreProperties>
</file>